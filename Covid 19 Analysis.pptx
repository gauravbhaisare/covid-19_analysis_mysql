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Bhaisare" userId="6c3c353bf1ca9110" providerId="LiveId" clId="{1034D230-F078-4B91-89D7-E0E1FAFFAF16}"/>
    <pc:docChg chg="custSel modSld">
      <pc:chgData name="Gaurav Bhaisare" userId="6c3c353bf1ca9110" providerId="LiveId" clId="{1034D230-F078-4B91-89D7-E0E1FAFFAF16}" dt="2024-07-05T18:47:16.489" v="2" actId="14100"/>
      <pc:docMkLst>
        <pc:docMk/>
      </pc:docMkLst>
      <pc:sldChg chg="addSp delSp modSp mod">
        <pc:chgData name="Gaurav Bhaisare" userId="6c3c353bf1ca9110" providerId="LiveId" clId="{1034D230-F078-4B91-89D7-E0E1FAFFAF16}" dt="2024-07-05T18:47:16.489" v="2" actId="14100"/>
        <pc:sldMkLst>
          <pc:docMk/>
          <pc:sldMk cId="2600538600" sldId="258"/>
        </pc:sldMkLst>
        <pc:picChg chg="del">
          <ac:chgData name="Gaurav Bhaisare" userId="6c3c353bf1ca9110" providerId="LiveId" clId="{1034D230-F078-4B91-89D7-E0E1FAFFAF16}" dt="2024-07-05T18:45:45.126" v="0" actId="478"/>
          <ac:picMkLst>
            <pc:docMk/>
            <pc:sldMk cId="2600538600" sldId="258"/>
            <ac:picMk id="3" creationId="{AE7AC723-731B-C757-D745-58FE5BFCD222}"/>
          </ac:picMkLst>
        </pc:picChg>
        <pc:picChg chg="add mod">
          <ac:chgData name="Gaurav Bhaisare" userId="6c3c353bf1ca9110" providerId="LiveId" clId="{1034D230-F078-4B91-89D7-E0E1FAFFAF16}" dt="2024-07-05T18:47:16.489" v="2" actId="14100"/>
          <ac:picMkLst>
            <pc:docMk/>
            <pc:sldMk cId="2600538600" sldId="258"/>
            <ac:picMk id="4" creationId="{09DB9D55-188F-6796-F118-FEEEE0EA9C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03CE8-17EE-74EC-EE2E-295A117E7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2458E-13D1-AB13-7AFE-5F0A4D6DB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B0B41-0DF9-FA8D-5CC6-4D06F0079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B6FFB-C95E-84AB-A403-53D5FF87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87E94-0034-F693-0CCD-780B02F4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66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B1C2-0554-21EB-6BB9-34C9223F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F92C-375E-78EF-596A-C045E38DD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4F0BF-BE06-C24E-8D1D-329AB90C3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60607-D9EB-4BF5-299C-DC0D200C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F3E7E-5F8B-0596-3FE1-3E7BABB0D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327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EB07-26C5-4740-55D4-8131651C1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27C51-CD12-4C01-1A69-82B8E4C2C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CB58A-EB01-EDA8-F8E4-05B06BC92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7CA38-52F0-4587-E810-E6B0CCAEC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E7F4F-7C4F-9FF9-4B0F-99682656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841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78E2F-1375-C514-3F80-D3C5E1AB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8B6A2-A65C-8E08-7F8D-5BCA6CA90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7ABE5-8D64-9123-6F56-2A42A2A1F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F48D4-1390-D665-6B75-DEAB7BF0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3FA97-A415-76CE-8F56-37CCD980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4F01B-2259-1A5C-B430-31573E8E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2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E128-DEF3-A1CE-D2BA-86F54490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7B094-70D2-EACE-3CEE-558784EDF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EF998-9892-23F2-95B5-1E8CD1887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5D6AA-3A19-0E9A-3654-1DFD9C187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927EA4-92F2-8C4F-57DC-3F4D1819A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48D1-1BCF-B899-DFE9-A9C35F2F1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F759D-3756-676F-24D6-E6559E02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A36B9E-3BDB-5F37-D80C-A2FC767E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97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6878D-F728-4ECE-DD7F-BCA4FC65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F7C15-70B7-0A8D-0624-BD7D759B2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5C6E9-BFEA-EB48-3458-29E7540CB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4922E-F9E5-BD43-BA0E-122B16C2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686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DE3F6-176C-6BE5-BE86-75D7361E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DFCD87-8855-A9D4-B67A-A428CD04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30A35-1AF0-89D4-3FB2-9A27287C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55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794B-BF51-6BC7-D6FC-1397AA16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59158-4282-9B7A-5BE3-C6F927EBB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37457-B6E9-D857-0909-C88B487A5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6403B-1A3A-49E3-FC53-35A67649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83CA2-AF31-27D7-DE0E-548302D8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A26CB-16F6-B8C8-10F0-CB2D58FA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06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2E90-5739-3AEF-B128-C2E4A6EF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5A7C7-0D08-0F23-F528-C67945F14F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D38E2-D2C1-70A4-F2BE-50BDDA288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6721E-14EC-8F1D-262B-F36E86349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17BBD-500A-6BEB-C62A-4FD8787F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625F8-D60F-3573-B171-BBF8B0C9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062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D03B-CB5F-7250-5291-C76EEAA8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2BD81-9183-1279-5071-D928CF217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EA37-FFD0-6044-B066-527A5DF55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60A74-42FB-57DC-869F-A766AB88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C3249-4290-B509-4655-A2070A91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725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B414E0-8E1A-5255-DE1F-7DF2D447A4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06481-A3A9-365D-4B77-D38301E4C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A7884-ECBF-BA60-A939-F4D826E4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3D8AA-E202-EF7F-BCBC-FEC49B86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F4DB-908D-078B-0C1B-25792AF0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06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266B3B-70C7-B03F-4C1F-832186BA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61116-EA90-B44A-C877-FB00CC3BC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A2A49-7FDB-1AED-EFD1-6E65CB6A3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381B9-E46E-40F2-9278-D7B75A117FC0}" type="datetimeFigureOut">
              <a:rPr lang="en-IN" smtClean="0"/>
              <a:t>06-07-2024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3A60A-DCA3-7A87-625E-4D1E9F796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5E0DB-9E21-2E64-5E91-00D6C3F11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EA87C-5444-4C0D-8B66-74B82E72CE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65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9281E0-0B86-EBA3-3A42-2CA20E107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8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6868B1-15A7-6612-C28B-032BA7BF8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7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9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DB9D55-188F-6796-F118-FEEEE0EA9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7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3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Bhaisare</dc:creator>
  <cp:lastModifiedBy>Gaurav Bhaisare</cp:lastModifiedBy>
  <cp:revision>1</cp:revision>
  <dcterms:created xsi:type="dcterms:W3CDTF">2024-07-05T18:42:45Z</dcterms:created>
  <dcterms:modified xsi:type="dcterms:W3CDTF">2024-07-05T18:47:37Z</dcterms:modified>
</cp:coreProperties>
</file>